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>
        <p:scale>
          <a:sx n="33" d="100"/>
          <a:sy n="33" d="100"/>
        </p:scale>
        <p:origin x="312" y="8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microsoft.com/office/2015/10/relationships/revisionInfo" Target="revisionInfo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05D16-9F69-40DF-BF1C-22A61B67994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E99DF3F-FE43-4C54-A375-CF808875C1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816BAB-50A4-4621-8882-F4A4556B1C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C31213-8E23-4AA9-8B7B-44F050747EBC}" type="datetimeFigureOut">
              <a:rPr lang="en-GB" smtClean="0"/>
              <a:t>15/10/2017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35CE76-A96C-4590-A077-0C6755FEA6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ADDB3C-C8E0-4E99-88A3-B8109B0402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8A563C-DABA-44EC-B0BF-46237E9D5BA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947708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C74322-7799-48C6-A8A8-06779240C7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DBC797-A0E0-4203-8B0E-7C106CF046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163E38-B4A0-4F6F-8212-00A0869F44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C31213-8E23-4AA9-8B7B-44F050747EBC}" type="datetimeFigureOut">
              <a:rPr lang="en-GB" smtClean="0"/>
              <a:t>15/10/2017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0589C8-4D27-4020-AC02-6FB1551C78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596B5B-C079-46D1-ADBB-FB41765338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8A563C-DABA-44EC-B0BF-46237E9D5BA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851699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7FA402-56FB-4A3E-9840-68A544D9D1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4CACF3-CA34-4F60-98D9-C0B41EF1AB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484E49-223A-4644-87E2-EBE0334407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C31213-8E23-4AA9-8B7B-44F050747EBC}" type="datetimeFigureOut">
              <a:rPr lang="en-GB" smtClean="0"/>
              <a:t>15/10/2017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D02414-A4A1-4D07-A65B-5A7E9B2D76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66F4FD-2F50-4712-A222-45447214C2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8A563C-DABA-44EC-B0BF-46237E9D5BA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161375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446310-B5AC-4BF5-B972-204A8BA9DD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311BA9-04B8-48D1-AFB6-340ECEB70AA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D5F9C9E-89FC-4FF8-9763-0188ABB975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8A030F0-C4C5-4526-96D5-BE199A24D3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C31213-8E23-4AA9-8B7B-44F050747EBC}" type="datetimeFigureOut">
              <a:rPr lang="en-GB" smtClean="0"/>
              <a:t>15/10/2017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79D130-4061-4630-9A76-C184D739A8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28110E5-B38C-4408-9448-F7FB800238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8A563C-DABA-44EC-B0BF-46237E9D5BA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155510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43ADE0-F9BC-443B-BD3A-72F09CA247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E84CDA-E266-4C06-9293-9CAD908F98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142C383-4B6E-4CE4-8DA6-3807D40126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49EC9DD-290F-456B-95B6-56AE66169EB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6845F70-6818-430E-840E-7DF6A36D669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0D12D10-FF5F-4D57-B00E-2222795EF4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C31213-8E23-4AA9-8B7B-44F050747EBC}" type="datetimeFigureOut">
              <a:rPr lang="en-GB" smtClean="0"/>
              <a:t>15/10/2017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7BA2B8B-7D80-4C2A-88F4-03787770DD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569C301-288E-4B03-A13F-47EB082FF5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8A563C-DABA-44EC-B0BF-46237E9D5BA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449341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096A8D-3E6D-4D79-889E-60331BA400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03F2C53-AFDC-4C84-80F7-92F536E084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C31213-8E23-4AA9-8B7B-44F050747EBC}" type="datetimeFigureOut">
              <a:rPr lang="en-GB" smtClean="0"/>
              <a:t>15/10/2017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0268BF1-FED6-4C8E-935A-0F9AB98B6C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A3DC8A1-952C-46F6-B3B8-6E805E175D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8A563C-DABA-44EC-B0BF-46237E9D5BA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144799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7C9BED6-1549-453B-9B90-EDE6F037CD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C31213-8E23-4AA9-8B7B-44F050747EBC}" type="datetimeFigureOut">
              <a:rPr lang="en-GB" smtClean="0"/>
              <a:t>15/10/2017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0F579FE-CD12-458D-9164-9F2CC3F770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043F77-C56F-4B57-83EF-7477F68130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8A563C-DABA-44EC-B0BF-46237E9D5BA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83291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18C4BF-D645-42D6-A62A-BA9EAD3670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1F084F-FD45-4F02-B24C-6A656FC7B4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9FA4E31-EF18-4476-85C3-AD8E5846776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AC7A30-50DF-40DE-B8EF-3C6E3120ED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C31213-8E23-4AA9-8B7B-44F050747EBC}" type="datetimeFigureOut">
              <a:rPr lang="en-GB" smtClean="0"/>
              <a:t>15/10/2017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523A00-7407-412F-9421-5CD90CAA7C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C069E98-3F88-4939-A73C-7C1405ECEB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8A563C-DABA-44EC-B0BF-46237E9D5BA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694588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3FBF57-CBDF-44C4-A83A-88790FB552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A631E51-C4E0-43AD-87BE-1713E82AF9F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5184B80-1D60-4EE0-99C3-D173930F367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C2AE034-2B6B-4A43-AF96-4D5C1ED6DC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C31213-8E23-4AA9-8B7B-44F050747EBC}" type="datetimeFigureOut">
              <a:rPr lang="en-GB" smtClean="0"/>
              <a:t>15/10/2017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E8C4704-6C80-4553-B1D1-D052F82B36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F52927E-6D55-4053-AD6B-25E59C6EA5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8A563C-DABA-44EC-B0BF-46237E9D5BA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242495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25689E-81C6-42A5-9B15-C2FC3F88CF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2C16370-4DAB-451D-932D-99CD10151DC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57D4D9-ED6C-45FA-889A-73030DA517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C31213-8E23-4AA9-8B7B-44F050747EBC}" type="datetimeFigureOut">
              <a:rPr lang="en-GB" smtClean="0"/>
              <a:t>15/10/2017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0C56F2-0D8A-4582-AB9A-95D2677745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116C8D-23E4-4EA5-97B7-2A0BD1A4EA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8A563C-DABA-44EC-B0BF-46237E9D5BA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92191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AD87F35-EA2E-4F80-A71F-31EBBDD81E1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557C6C0-E88C-44B2-A083-B7A5B907035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40F104-1AF0-44D2-8CD0-59B4B9E0B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C31213-8E23-4AA9-8B7B-44F050747EBC}" type="datetimeFigureOut">
              <a:rPr lang="en-GB" smtClean="0"/>
              <a:t>15/10/2017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94C6E0-92A3-479A-954E-6D8243CC04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691044-731B-4D52-8E57-10F9BC9516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8A563C-DABA-44EC-B0BF-46237E9D5BA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577352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DBEF398-4962-47B7-ABC6-80FC72E8FC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9C4006-A219-47D6-B958-F6878AD999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455C13-2BF5-4BD0-9273-ECFBED3C24C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C31213-8E23-4AA9-8B7B-44F050747EBC}" type="datetimeFigureOut">
              <a:rPr lang="en-GB" smtClean="0"/>
              <a:t>15/10/2017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E82E4E-6872-4DE1-879D-49ADB15E1A1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9EE541-3F2B-4685-B73D-592C5D53E2D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58A563C-DABA-44EC-B0BF-46237E9D5BA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046212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61EC15-8DFA-4857-AE7E-ADF24BC9AE6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SCC 403 Data Mining Project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ADD4F2F-4C91-4823-A0CB-A8EFA635D2F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Measuring an images aesthetic properties via a neural network</a:t>
            </a:r>
          </a:p>
        </p:txBody>
      </p:sp>
    </p:spTree>
    <p:extLst>
      <p:ext uri="{BB962C8B-B14F-4D97-AF65-F5344CB8AC3E}">
        <p14:creationId xmlns:p14="http://schemas.microsoft.com/office/powerpoint/2010/main" val="20409627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5B369E-C364-4F8F-9800-8A9ABCEAF6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Plan of Action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5E5CBF-7A07-467E-ABD4-0FD54EBCF8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Defining the problem (Quantifying an aesthetic value)</a:t>
            </a:r>
          </a:p>
          <a:p>
            <a:r>
              <a:rPr lang="en-GB" dirty="0"/>
              <a:t>Collecting the data using ImageNet</a:t>
            </a:r>
          </a:p>
          <a:p>
            <a:r>
              <a:rPr lang="en-GB" dirty="0"/>
              <a:t>Train our neural network on a small set of images (circa 500) manually labelled on aesthetics then pass our test data set through the network (averaged across the group)</a:t>
            </a:r>
          </a:p>
          <a:p>
            <a:r>
              <a:rPr lang="en-GB" dirty="0"/>
              <a:t>Our neural network will be built using the Python library </a:t>
            </a:r>
            <a:r>
              <a:rPr lang="en-GB" dirty="0" err="1"/>
              <a:t>Keras</a:t>
            </a:r>
            <a:endParaRPr lang="en-GB" dirty="0"/>
          </a:p>
          <a:p>
            <a:r>
              <a:rPr lang="en-GB" dirty="0"/>
              <a:t>Ongoing writing of the report throughout the project</a:t>
            </a:r>
          </a:p>
          <a:p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2611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E44773-86DC-45C3-9607-7CF7B43DE2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Neural Network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997086-EF7C-4856-BBA1-7F3CF5DD1B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Activation function – tanh</a:t>
            </a:r>
          </a:p>
          <a:p>
            <a:pPr lvl="0"/>
            <a:r>
              <a:rPr lang="en-GB" dirty="0"/>
              <a:t>Top n error rate (n to be decided)</a:t>
            </a:r>
          </a:p>
          <a:p>
            <a:pPr lvl="0"/>
            <a:r>
              <a:rPr lang="en-GB" dirty="0"/>
              <a:t>How many layers our network will have</a:t>
            </a:r>
          </a:p>
          <a:p>
            <a:pPr lvl="0"/>
            <a:r>
              <a:rPr lang="en-GB" dirty="0"/>
              <a:t>Changes in learning rate throughout the project (divide by 10)</a:t>
            </a:r>
          </a:p>
          <a:p>
            <a:pPr lvl="0"/>
            <a:r>
              <a:rPr lang="en-GB" dirty="0"/>
              <a:t>Starting point, normal distribution (0,0.01)</a:t>
            </a:r>
          </a:p>
          <a:p>
            <a:pPr lvl="0"/>
            <a:r>
              <a:rPr lang="en-GB" dirty="0"/>
              <a:t>Neurone values</a:t>
            </a:r>
          </a:p>
        </p:txBody>
      </p:sp>
    </p:spTree>
    <p:extLst>
      <p:ext uri="{BB962C8B-B14F-4D97-AF65-F5344CB8AC3E}">
        <p14:creationId xmlns:p14="http://schemas.microsoft.com/office/powerpoint/2010/main" val="42140827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A0312D-3282-4943-8B1F-F0FF96DE7E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Decisions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A1841C-EC93-4294-8E86-2F978A9289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How many layers we will use in our network</a:t>
            </a:r>
          </a:p>
          <a:p>
            <a:r>
              <a:rPr lang="en-GB" dirty="0"/>
              <a:t>How granular our aesthetic values will be</a:t>
            </a:r>
          </a:p>
          <a:p>
            <a:r>
              <a:rPr lang="en-GB" dirty="0"/>
              <a:t>How many iterations</a:t>
            </a:r>
          </a:p>
          <a:p>
            <a:endParaRPr lang="en-GB" dirty="0"/>
          </a:p>
          <a:p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603469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E8909F-E18C-426C-A9B2-87F257E70F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Distribution of 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078B42-FDBE-489E-9E5C-63EDEAF647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Thomas and </a:t>
            </a:r>
            <a:r>
              <a:rPr lang="en-GB" dirty="0" err="1"/>
              <a:t>Xinji</a:t>
            </a:r>
            <a:r>
              <a:rPr lang="en-GB" dirty="0"/>
              <a:t> will do the bulk of the programming as they have more experience in using Python</a:t>
            </a:r>
          </a:p>
          <a:p>
            <a:r>
              <a:rPr lang="en-GB" dirty="0"/>
              <a:t>Model building will be distributed evenly among us</a:t>
            </a:r>
          </a:p>
          <a:p>
            <a:r>
              <a:rPr lang="en-GB" dirty="0"/>
              <a:t>Omar will explore potential implementation of PCA</a:t>
            </a:r>
          </a:p>
          <a:p>
            <a:r>
              <a:rPr lang="en-GB" dirty="0"/>
              <a:t>Hallam will look into related papers on our topic for more rounded knowledge on neural networks</a:t>
            </a:r>
          </a:p>
          <a:p>
            <a:r>
              <a:rPr lang="en-GB" dirty="0"/>
              <a:t>The final report will be an ongoing process throughout the project that we will all contribute to </a:t>
            </a:r>
          </a:p>
        </p:txBody>
      </p:sp>
    </p:spTree>
    <p:extLst>
      <p:ext uri="{BB962C8B-B14F-4D97-AF65-F5344CB8AC3E}">
        <p14:creationId xmlns:p14="http://schemas.microsoft.com/office/powerpoint/2010/main" val="25469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62</TotalTime>
  <Words>218</Words>
  <Application>Microsoft Office PowerPoint</Application>
  <PresentationFormat>Widescreen</PresentationFormat>
  <Paragraphs>26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SCC 403 Data Mining Project</vt:lpstr>
      <vt:lpstr>Plan of Action</vt:lpstr>
      <vt:lpstr>Neural Network Model</vt:lpstr>
      <vt:lpstr>Decisions</vt:lpstr>
      <vt:lpstr>Distribution of Work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SCC 403 Data Mining Project</dc:title>
  <dc:creator>Omar Khan</dc:creator>
  <cp:lastModifiedBy>Omar Khan</cp:lastModifiedBy>
  <cp:revision>7</cp:revision>
  <dcterms:created xsi:type="dcterms:W3CDTF">2017-10-15T11:29:17Z</dcterms:created>
  <dcterms:modified xsi:type="dcterms:W3CDTF">2017-10-15T12:32:13Z</dcterms:modified>
</cp:coreProperties>
</file>